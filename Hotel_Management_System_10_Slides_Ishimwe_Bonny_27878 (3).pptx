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3"/>
  </p:normalViewPr>
  <p:slideViewPr>
    <p:cSldViewPr snapToGrid="0" snapToObjects="1">
      <p:cViewPr varScale="1">
        <p:scale>
          <a:sx n="121" d="100"/>
          <a:sy n="121" d="100"/>
        </p:scale>
        <p:origin x="136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Hotel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PL/SQL Oracle Database Capstone Project</a:t>
            </a:r>
          </a:p>
          <a:p>
            <a:r>
              <a:rPr dirty="0"/>
              <a:t>Student Name: </a:t>
            </a:r>
            <a:r>
              <a:rPr dirty="0" err="1"/>
              <a:t>Ishimwe</a:t>
            </a:r>
            <a:r>
              <a:rPr dirty="0"/>
              <a:t> Bonny</a:t>
            </a:r>
          </a:p>
          <a:p>
            <a:r>
              <a:rPr dirty="0"/>
              <a:t>Student ID: 278</a:t>
            </a:r>
            <a:r>
              <a:rPr lang="en-US" dirty="0"/>
              <a:t>17</a:t>
            </a:r>
            <a:endParaRPr dirty="0"/>
          </a:p>
          <a:p>
            <a:r>
              <a:rPr dirty="0"/>
              <a:t>Academic Year: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Hotel operations are often handled manually.</a:t>
            </a:r>
          </a:p>
          <a:p>
            <a:r>
              <a:t>Manual systems cause errors and inefficiency.</a:t>
            </a:r>
          </a:p>
          <a:p>
            <a:r>
              <a:t>Difficult to manage bookings, rooms, and payments.</a:t>
            </a:r>
          </a:p>
          <a:p>
            <a:r>
              <a:t>Lack of auditing and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hotel management operations.</a:t>
            </a:r>
          </a:p>
          <a:p>
            <a:r>
              <a:t>Ensure data integrity and accuracy.</a:t>
            </a:r>
          </a:p>
          <a:p>
            <a:r>
              <a:t>Implement business rules using PL/SQL.</a:t>
            </a:r>
          </a:p>
          <a:p>
            <a:r>
              <a:t>Provide auditing and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Process Modeling (Phase 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UML activity diagram with swimlanes.</a:t>
            </a:r>
          </a:p>
          <a:p>
            <a:r>
              <a:t>Models booking and check-in workflow.</a:t>
            </a:r>
          </a:p>
          <a:p>
            <a:r>
              <a:t>Defines roles of customer, receptionist, and system.</a:t>
            </a:r>
          </a:p>
          <a:p>
            <a:r>
              <a:t>Decision points clearly identified.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(Phase III)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 diagram created using PlantUML.</a:t>
            </a:r>
          </a:p>
          <a:p>
            <a:r>
              <a:t>Entities normalized up to 3NF.</a:t>
            </a:r>
          </a:p>
          <a:p>
            <a:r>
              <a:t>Primary and foreign keys defined.</a:t>
            </a:r>
          </a:p>
          <a:p>
            <a:r>
              <a:t>Relationships enforced by constraints.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Implementation (Phases IV &amp; 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Oracle Database deployed using Docker.</a:t>
            </a:r>
          </a:p>
          <a:p>
            <a:r>
              <a:t>Tables created with constraints.</a:t>
            </a:r>
          </a:p>
          <a:p>
            <a:r>
              <a:t>20+ rows of realistic test data inserted.</a:t>
            </a:r>
          </a:p>
          <a:p>
            <a:r>
              <a:t>Data integrity verified.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PL/SQL Development (Phase VI)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Stored procedures for bookings and customers.</a:t>
            </a:r>
          </a:p>
          <a:p>
            <a:r>
              <a:t>Functions for billing and validation.</a:t>
            </a:r>
          </a:p>
          <a:p>
            <a:r>
              <a:t>Cursors for multi-row processing.</a:t>
            </a:r>
          </a:p>
          <a:p>
            <a:r>
              <a:t>Packages for modular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Triggers &amp; Auditing (Phase VII)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rule restrictions implemented.</a:t>
            </a:r>
          </a:p>
          <a:p>
            <a:r>
              <a:t>Employees blocked on weekdays and holidays.</a:t>
            </a:r>
          </a:p>
          <a:p>
            <a:r>
              <a:t>Audit logs capture all DML attempts.</a:t>
            </a:r>
          </a:p>
          <a:p>
            <a:r>
              <a:t>Improves security and accountability.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Intelligence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Analytical SQL window functions used.</a:t>
            </a:r>
          </a:p>
          <a:p>
            <a:r>
              <a:t>Booking and revenue analysis supported.</a:t>
            </a:r>
          </a:p>
          <a:p>
            <a:r>
              <a:t>Helps management decision-making.</a:t>
            </a:r>
          </a:p>
          <a:p>
            <a:r>
              <a:t>Provides operational insights.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complete Hotel Management System developed.</a:t>
            </a:r>
          </a:p>
          <a:p>
            <a:r>
              <a:t>All capstone phases successfully implemented.</a:t>
            </a:r>
          </a:p>
          <a:p>
            <a:r>
              <a:t>System is scalable and secure.</a:t>
            </a:r>
          </a:p>
          <a:p>
            <a:r>
              <a:t>Demonstrates strong PL/SQL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291</Words>
  <Application>Microsoft Macintosh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Hotel Management System</vt:lpstr>
      <vt:lpstr>Problem &amp; Context</vt:lpstr>
      <vt:lpstr>Project Objectives</vt:lpstr>
      <vt:lpstr>Business Process Modeling (Phase II)</vt:lpstr>
      <vt:lpstr>Database Design (Phase III)</vt:lpstr>
      <vt:lpstr>Database Implementation (Phases IV &amp; V)</vt:lpstr>
      <vt:lpstr>PL/SQL Development (Phase VI)</vt:lpstr>
      <vt:lpstr>Triggers &amp; Auditing (Phase VII)</vt:lpstr>
      <vt:lpstr>Business Intelligence &amp; Analytics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Management System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2025-12-15T10:17:06Z</dcterms:modified>
  <cp:category/>
</cp:coreProperties>
</file>